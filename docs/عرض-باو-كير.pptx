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البوت يجيب ويحجز ويحوّل للموظف. ثم تجربة حية.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الفوائد والحدود. التركيز على أنه يحوّل ولا يشخّص.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ما نضيفه في المرحلة التالية.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باو كير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عيادتك على تلجرام</a:t>
            </a:r>
            <a:endParaRPr lang="en-US" sz="2800" dirty="0"/>
          </a:p>
        </p:txBody>
      </p:sp>
      <p:sp>
        <p:nvSpPr>
          <p:cNvPr id="4" name="card1"/>
          <p:cNvSpPr/>
          <p:nvPr/>
        </p:nvSpPr>
        <p:spPr>
          <a:xfrm>
            <a:off x="6035040" y="224028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12525C"/>
          </a:solidFill>
          <a:ln/>
        </p:spPr>
      </p:sp>
      <p:sp>
        <p:nvSpPr>
          <p:cNvPr id="5" name="num1"/>
          <p:cNvSpPr/>
          <p:nvPr/>
        </p:nvSpPr>
        <p:spPr>
          <a:xfrm>
            <a:off x="7863840" y="2468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يجيب فورًا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أسعار ودوام وخدمات، على مدار الساعة</a:t>
            </a:r>
            <a:endParaRPr lang="en-US" sz="1700" dirty="0"/>
          </a:p>
        </p:txBody>
      </p:sp>
      <p:sp>
        <p:nvSpPr>
          <p:cNvPr id="9" name="card2"/>
          <p:cNvSpPr/>
          <p:nvPr/>
        </p:nvSpPr>
        <p:spPr>
          <a:xfrm>
            <a:off x="3291840" y="224028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12525C"/>
          </a:solidFill>
          <a:ln/>
        </p:spPr>
      </p:sp>
      <p:sp>
        <p:nvSpPr>
          <p:cNvPr id="10" name="num2"/>
          <p:cNvSpPr/>
          <p:nvPr/>
        </p:nvSpPr>
        <p:spPr>
          <a:xfrm>
            <a:off x="5120640" y="2468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يحجز المواعيد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يجمع التفاصيل ويرسل الحجز للعيادة</a:t>
            </a:r>
            <a:endParaRPr lang="en-US" sz="1700" dirty="0"/>
          </a:p>
        </p:txBody>
      </p:sp>
      <p:sp>
        <p:nvSpPr>
          <p:cNvPr id="14" name="card3"/>
          <p:cNvSpPr/>
          <p:nvPr/>
        </p:nvSpPr>
        <p:spPr>
          <a:xfrm>
            <a:off x="548640" y="224028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12525C"/>
          </a:solidFill>
          <a:ln/>
        </p:spPr>
      </p:sp>
      <p:sp>
        <p:nvSpPr>
          <p:cNvPr id="15" name="num3"/>
          <p:cNvSpPr/>
          <p:nvPr/>
        </p:nvSpPr>
        <p:spPr>
          <a:xfrm>
            <a:off x="2377440" y="2468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774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للموظف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الحالات الطارئة والحساسة تصل للفريق فورًا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ولوحة تحكم لمتابعة المحادثات والحجوزات والتحويلات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نكسب؟ وأين حدود البوت؟</a:t>
            </a:r>
            <a:endParaRPr lang="en-US" sz="4000" dirty="0"/>
          </a:p>
        </p:txBody>
      </p:sp>
      <p:sp>
        <p:nvSpPr>
          <p:cNvPr id="3" name="col1"/>
          <p:cNvSpPr/>
          <p:nvPr/>
        </p:nvSpPr>
        <p:spPr>
          <a:xfrm>
            <a:off x="4663440" y="137160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E6F4F2"/>
          </a:solidFill>
          <a:ln/>
        </p:spPr>
      </p:sp>
      <p:sp>
        <p:nvSpPr>
          <p:cNvPr id="4" name="dot1"/>
          <p:cNvSpPr/>
          <p:nvPr/>
        </p:nvSpPr>
        <p:spPr>
          <a:xfrm>
            <a:off x="7955280" y="162763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3776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نكسب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2860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 فوري على مدار الساعة</a:t>
            </a:r>
            <a:endParaRPr lang="en-US" sz="2000" dirty="0"/>
          </a:p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يضيع أي حجز</a:t>
            </a:r>
            <a:endParaRPr lang="en-US" sz="2000" dirty="0"/>
          </a:p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يفهم الرسائل الصوتية ويردّ بالصوت</a:t>
            </a:r>
            <a:endParaRPr lang="en-US" sz="2000" dirty="0"/>
          </a:p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تعرض المحادثات والحجوزات</a:t>
            </a:r>
            <a:endParaRPr lang="en-US" sz="2000" dirty="0"/>
          </a:p>
        </p:txBody>
      </p:sp>
      <p:sp>
        <p:nvSpPr>
          <p:cNvPr id="7" name="col2"/>
          <p:cNvSpPr/>
          <p:nvPr/>
        </p:nvSpPr>
        <p:spPr>
          <a:xfrm>
            <a:off x="548640" y="137160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E6F4F2"/>
          </a:solidFill>
          <a:ln/>
        </p:spPr>
      </p:sp>
      <p:sp>
        <p:nvSpPr>
          <p:cNvPr id="8" name="dot2"/>
          <p:cNvSpPr/>
          <p:nvPr/>
        </p:nvSpPr>
        <p:spPr>
          <a:xfrm>
            <a:off x="3840480" y="1627632"/>
            <a:ext cx="365760" cy="365760"/>
          </a:xfrm>
          <a:prstGeom prst="ellipse">
            <a:avLst/>
          </a:prstGeom>
          <a:solidFill>
            <a:srgbClr val="0B3D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حدود البوت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يشخّص ولا يصف جرعات دواء</a:t>
            </a:r>
            <a:endParaRPr lang="en-US" sz="2000" dirty="0"/>
          </a:p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الحالات الطارئة للموظف فورًا</a:t>
            </a:r>
            <a:endParaRPr lang="en-US" sz="2000" dirty="0"/>
          </a:p>
          <a:p>
            <a:pPr algn="r" marL="304800" indent="-3048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إجاباته من معلومات العيادة فقط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القادمة</a:t>
            </a:r>
            <a:endParaRPr lang="en-US" sz="4600" dirty="0"/>
          </a:p>
        </p:txBody>
      </p:sp>
      <p:sp>
        <p:nvSpPr>
          <p:cNvPr id="3" name="row1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12525C"/>
          </a:solidFill>
          <a:ln/>
        </p:spPr>
      </p:sp>
      <p:sp>
        <p:nvSpPr>
          <p:cNvPr id="4" name="n1"/>
          <p:cNvSpPr/>
          <p:nvPr/>
        </p:nvSpPr>
        <p:spPr>
          <a:xfrm>
            <a:off x="781812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شائعة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تُعدَّل من اللوحة بسهولة</a:t>
            </a:r>
            <a:endParaRPr lang="en-US" sz="1800" dirty="0"/>
          </a:p>
        </p:txBody>
      </p:sp>
      <p:sp>
        <p:nvSpPr>
          <p:cNvPr id="8" name="row2"/>
          <p:cNvSpPr/>
          <p:nvPr/>
        </p:nvSpPr>
        <p:spPr>
          <a:xfrm>
            <a:off x="548640" y="256032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12525C"/>
          </a:solidFill>
          <a:ln/>
        </p:spPr>
      </p:sp>
      <p:sp>
        <p:nvSpPr>
          <p:cNvPr id="9" name="n2"/>
          <p:cNvSpPr/>
          <p:nvPr/>
        </p:nvSpPr>
        <p:spPr>
          <a:xfrm>
            <a:off x="7818120" y="2743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181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أداء الموظفين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632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الرد والحالات المنجزة</a:t>
            </a:r>
            <a:endParaRPr lang="en-US" sz="1800" dirty="0"/>
          </a:p>
        </p:txBody>
      </p:sp>
      <p:sp>
        <p:nvSpPr>
          <p:cNvPr id="13" name="row3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12525C"/>
          </a:solidFill>
          <a:ln/>
        </p:spPr>
      </p:sp>
      <p:sp>
        <p:nvSpPr>
          <p:cNvPr id="14" name="n3"/>
          <p:cNvSpPr/>
          <p:nvPr/>
        </p:nvSpPr>
        <p:spPr>
          <a:xfrm>
            <a:off x="7818120" y="3840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B3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49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قنواتكم ومجموعاتكم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تلجرام بحسب احتياجكم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باو كير</dc:title>
  <dc:subject>PptxGenJS Presentation</dc:subject>
  <dc:creator>PptxGenJS</dc:creator>
  <cp:lastModifiedBy>PptxGenJS</cp:lastModifiedBy>
  <cp:revision>1</cp:revision>
  <dcterms:created xsi:type="dcterms:W3CDTF">2026-10-04T16:34:11Z</dcterms:created>
  <dcterms:modified xsi:type="dcterms:W3CDTF">2026-10-04T16:34:11Z</dcterms:modified>
</cp:coreProperties>
</file>